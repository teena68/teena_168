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Linux installation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7085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 smtClean="0"/>
              <a:t>Steps to configure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Step1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Step2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Step3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Step4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3603653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084832"/>
            <a:ext cx="9720073" cy="4224528"/>
          </a:xfrm>
        </p:spPr>
        <p:txBody>
          <a:bodyPr>
            <a:normAutofit/>
          </a:bodyPr>
          <a:lstStyle/>
          <a:p>
            <a:pPr lvl="8"/>
            <a:r>
              <a:rPr lang="en-US" sz="2800" dirty="0" smtClean="0"/>
              <a:t>Insert the bootable </a:t>
            </a:r>
            <a:r>
              <a:rPr lang="en-US" sz="2800" dirty="0" err="1" smtClean="0"/>
              <a:t>pendrive</a:t>
            </a:r>
            <a:endParaRPr lang="en-IN" sz="2800" dirty="0"/>
          </a:p>
        </p:txBody>
      </p:sp>
      <p:pic>
        <p:nvPicPr>
          <p:cNvPr id="4" name="Picture 3" descr="&lt;strong&gt;Pen Drive&lt;/strong&gt; PNG Transparent Images | PNG All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751" y="2167756"/>
            <a:ext cx="2753713" cy="243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98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Restart the device using function key using f10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9065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username and set a password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1775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4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Ubuntu installation is completed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4948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19</TotalTime>
  <Words>40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Tw Cen MT</vt:lpstr>
      <vt:lpstr>Tw Cen MT Condensed</vt:lpstr>
      <vt:lpstr>Wingdings</vt:lpstr>
      <vt:lpstr>Wingdings 3</vt:lpstr>
      <vt:lpstr>Integral</vt:lpstr>
      <vt:lpstr>Linux installation</vt:lpstr>
      <vt:lpstr>contents</vt:lpstr>
      <vt:lpstr>Step 1</vt:lpstr>
      <vt:lpstr>Step 2</vt:lpstr>
      <vt:lpstr>Step 3</vt:lpstr>
      <vt:lpstr>Step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installation</dc:title>
  <dc:creator>GVPW</dc:creator>
  <cp:lastModifiedBy>GVPW</cp:lastModifiedBy>
  <cp:revision>2</cp:revision>
  <dcterms:created xsi:type="dcterms:W3CDTF">2025-11-19T03:22:40Z</dcterms:created>
  <dcterms:modified xsi:type="dcterms:W3CDTF">2025-11-19T03:41:51Z</dcterms:modified>
</cp:coreProperties>
</file>